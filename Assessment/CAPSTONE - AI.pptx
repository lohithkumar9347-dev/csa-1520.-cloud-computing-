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8A5B6F-6F2B-4A30-A3FC-E8C131D88025}" v="1" dt="2026-10-05T09:08:45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path Chaitanya" userId="504397795094965d" providerId="LiveId" clId="{51A1C0E8-10D5-4827-8AD5-1FE53C4CAB0F}"/>
    <pc:docChg chg="modSld">
      <pc:chgData name="Sampath Chaitanya" userId="504397795094965d" providerId="LiveId" clId="{51A1C0E8-10D5-4827-8AD5-1FE53C4CAB0F}" dt="2026-10-05T09:09:16.507" v="36" actId="1076"/>
      <pc:docMkLst>
        <pc:docMk/>
      </pc:docMkLst>
      <pc:sldChg chg="modSp mod">
        <pc:chgData name="Sampath Chaitanya" userId="504397795094965d" providerId="LiveId" clId="{51A1C0E8-10D5-4827-8AD5-1FE53C4CAB0F}" dt="2026-10-05T09:09:16.507" v="36" actId="1076"/>
        <pc:sldMkLst>
          <pc:docMk/>
          <pc:sldMk cId="3319739703" sldId="256"/>
        </pc:sldMkLst>
        <pc:spChg chg="mod">
          <ac:chgData name="Sampath Chaitanya" userId="504397795094965d" providerId="LiveId" clId="{51A1C0E8-10D5-4827-8AD5-1FE53C4CAB0F}" dt="2026-10-05T09:09:16.507" v="36" actId="1076"/>
          <ac:spMkLst>
            <pc:docMk/>
            <pc:sldMk cId="3319739703" sldId="256"/>
            <ac:spMk id="9" creationId="{96107881-81A2-3B36-1F48-BF1DFF2EA21E}"/>
          </ac:spMkLst>
        </pc:spChg>
      </pc:sldChg>
      <pc:sldChg chg="addSp modSp mod">
        <pc:chgData name="Sampath Chaitanya" userId="504397795094965d" providerId="LiveId" clId="{51A1C0E8-10D5-4827-8AD5-1FE53C4CAB0F}" dt="2026-10-05T08:12:45.143" v="27" actId="1076"/>
        <pc:sldMkLst>
          <pc:docMk/>
          <pc:sldMk cId="2568080368" sldId="263"/>
        </pc:sldMkLst>
        <pc:spChg chg="add mod">
          <ac:chgData name="Sampath Chaitanya" userId="504397795094965d" providerId="LiveId" clId="{51A1C0E8-10D5-4827-8AD5-1FE53C4CAB0F}" dt="2026-10-05T08:12:45.143" v="27" actId="1076"/>
          <ac:spMkLst>
            <pc:docMk/>
            <pc:sldMk cId="2568080368" sldId="263"/>
            <ac:spMk id="3" creationId="{D37150CC-4319-7E21-019A-1810CE8622ED}"/>
          </ac:spMkLst>
        </pc:spChg>
        <pc:spChg chg="mod">
          <ac:chgData name="Sampath Chaitanya" userId="504397795094965d" providerId="LiveId" clId="{51A1C0E8-10D5-4827-8AD5-1FE53C4CAB0F}" dt="2026-10-05T08:12:40.490" v="26" actId="1076"/>
          <ac:spMkLst>
            <pc:docMk/>
            <pc:sldMk cId="2568080368" sldId="263"/>
            <ac:spMk id="8" creationId="{DBE26940-E02E-9150-A731-A199A3EAA6D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9CC08-295F-4974-9F2A-2E7AC0FCF57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9967A-0859-4B85-91F5-1C1878D5A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03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9967A-0859-4B85-91F5-1C1878D5ACC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98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27191-9BF7-DA89-7659-6CB341D78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8BCBB-B620-988E-7440-DFFF8CDBA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E2851-40EC-5772-F1E2-6FF51933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4C6C5-53CE-FE96-DAA2-A63C624B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4516B-3A3B-5EFD-8309-CA99A637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08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740FC-E4DA-5367-F3C4-97CF1509F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3ED36-2898-0E79-F908-85B201D2F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1D201-F366-037A-7F83-90ECA191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28249-3397-99F2-E152-F1C334D2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22DD9-9949-88AF-FC98-F34DD10E0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93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59DE3-6B8F-59E5-7559-1249466A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2E926-23BE-08D6-BABE-22D80667A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C99E-D99A-EA6B-6A72-4D3836FB5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57D87-E29E-FD92-9689-5C8CC12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89E6F-6C0A-53D1-2C8A-24236731C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6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BDCA-21B4-5325-B513-77F13A07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9A706-AD6D-D72E-CBB0-000ACF6D8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20C12-99E2-99F2-2DAD-2B5609F96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327D3-DF83-B8F0-A964-16D773FA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0E427-D3DC-2AE3-F1B8-7A9595D7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36540-DAA2-1300-9C82-01434AEF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07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D5E7-ABD1-312C-84A2-A504F621D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F0AB7-474C-2B68-2D73-03FBA2D5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6FC94-C10E-AC11-EA48-87693EDD7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C28392-D594-1D5B-56F0-6C1C8F90F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ABA41B-7DF4-A09E-3D51-D4B9DF7B7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93EB55-DF96-B0A6-5877-0A584D8A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A82374-0720-3237-52CD-8048DF2E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B24E8-696A-0078-71B8-6BF59351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4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79D74-966A-959A-D53D-227E8F215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CE768-9E83-A0A5-2409-6ABB930C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BA26E8-8804-009D-A4C1-FB55D16BC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E80C7-AF74-3F13-7304-DDA701C1E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048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C27C8-F6AC-DD8B-8731-FEB345B3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A3063-F153-F1EB-2989-561C92147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7B54F-B61D-46D3-5D4F-5C2E5673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7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A23F-4098-53F9-7905-3998BFE3F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CEE98-7786-A60F-3116-C863574E2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592C9-E31C-ABBC-84A0-C06777FA3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D37D9-AC27-41A4-EE63-F5C43561A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FA1EC-8A58-5C6E-6F43-C1A319049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3DD8C-385D-A8E6-7521-E0428883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13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5F18-6614-B034-A047-32182DCF1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3F034-03A1-2BEE-40ED-B97E56061C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908BE-3133-E064-9BA2-5848D486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0D17D-0B96-0A34-0A95-91DE395E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95420-F743-6BA0-9706-6AF3BA085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877F0-2CA3-2E96-ED4F-FC3AE2336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840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D6A9-BFAE-C807-BDCC-FD00E46ED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440E3-3890-6319-2AD9-7FD1DA3CE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4B41B-4F46-A110-DEFA-304E79E8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1E19E-2B3B-CFC2-CE28-EE3571E9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4946-A4E1-346D-C449-B01BB98C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99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71F85-3F41-16DC-60B6-9302648F1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B094D-3C69-E0DD-CA6B-4D06E3979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B3268-9553-F2CC-C894-A4F5F0AC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91C6-C0C9-A241-49B1-E82E5A58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1A69D-8D20-0B85-A825-EFDBF74B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63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4D3CF3-1CD7-53FF-DA19-7EA20161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EE151-6246-B43A-B4A2-0592101CD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1E41D-F069-808C-933F-4109572BC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CB5C3-C8C1-46B6-A145-C035E87D78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6CE2F-FE04-18B4-3D45-D973F86BD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BF3A3-61D0-8914-E598-D986B65C1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35131-11CB-4B3D-BAB4-37C0B1561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69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9E9C97-CC30-B2B2-BEE6-543E7D18F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92659"/>
            <a:ext cx="6787896" cy="8742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107881-81A2-3B36-1F48-BF1DFF2EA21E}"/>
              </a:ext>
            </a:extLst>
          </p:cNvPr>
          <p:cNvSpPr txBox="1"/>
          <p:nvPr/>
        </p:nvSpPr>
        <p:spPr>
          <a:xfrm>
            <a:off x="98679" y="1559153"/>
            <a:ext cx="119946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Emergency Intelligence &amp; Autonomous Response System for Real-Time Road Accident Detection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BB091-BCBB-5AD8-8014-29D512B8CB33}"/>
              </a:ext>
            </a:extLst>
          </p:cNvPr>
          <p:cNvSpPr txBox="1"/>
          <p:nvPr/>
        </p:nvSpPr>
        <p:spPr>
          <a:xfrm>
            <a:off x="2192655" y="3021300"/>
            <a:ext cx="7806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– Artificial Intelligence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C91DA0-8EAB-7786-4ADF-B84268A6BB8C}"/>
              </a:ext>
            </a:extLst>
          </p:cNvPr>
          <p:cNvSpPr txBox="1"/>
          <p:nvPr/>
        </p:nvSpPr>
        <p:spPr>
          <a:xfrm>
            <a:off x="4300347" y="3813929"/>
            <a:ext cx="3591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University /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D5E4B-D5D6-F9F3-D199-20D6B196B1E7}"/>
              </a:ext>
            </a:extLst>
          </p:cNvPr>
          <p:cNvSpPr txBox="1"/>
          <p:nvPr/>
        </p:nvSpPr>
        <p:spPr>
          <a:xfrm>
            <a:off x="523494" y="4598968"/>
            <a:ext cx="60944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Lohith Kumar         – 192511155.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Himanath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         – 192525246.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Arjun                        – 192524194.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Sampath Chaitanya – 192572006.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87E12B-BF5C-EB10-2980-9F081F4CF0C9}"/>
              </a:ext>
            </a:extLst>
          </p:cNvPr>
          <p:cNvSpPr txBox="1"/>
          <p:nvPr/>
        </p:nvSpPr>
        <p:spPr>
          <a:xfrm>
            <a:off x="8046339" y="5060632"/>
            <a:ext cx="28872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S. SUNDAR RAJAN </a:t>
            </a:r>
          </a:p>
        </p:txBody>
      </p:sp>
    </p:spTree>
    <p:extLst>
      <p:ext uri="{BB962C8B-B14F-4D97-AF65-F5344CB8AC3E}">
        <p14:creationId xmlns:p14="http://schemas.microsoft.com/office/powerpoint/2010/main" val="3319739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563FCA-E652-E682-76F9-144B27B94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92659"/>
            <a:ext cx="6787896" cy="874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FF93DA-10FD-D27A-8884-436AD01B10F5}"/>
              </a:ext>
            </a:extLst>
          </p:cNvPr>
          <p:cNvSpPr txBox="1"/>
          <p:nvPr/>
        </p:nvSpPr>
        <p:spPr>
          <a:xfrm>
            <a:off x="4208907" y="1397246"/>
            <a:ext cx="37741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/ OUTLINE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B06E1A-05BF-167D-B3B9-4AE303121869}"/>
              </a:ext>
            </a:extLst>
          </p:cNvPr>
          <p:cNvSpPr txBox="1"/>
          <p:nvPr/>
        </p:nvSpPr>
        <p:spPr>
          <a:xfrm>
            <a:off x="1161669" y="2350771"/>
            <a:ext cx="521169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Roles &amp; Responsibilities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Overview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2547477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7BF8-F6BC-6326-5582-B44D38F7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D16CA9-33DA-5DB9-E311-E688214A7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92659"/>
            <a:ext cx="6787896" cy="8742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C63461-D642-BFDB-D181-EDC4C448BA7F}"/>
              </a:ext>
            </a:extLst>
          </p:cNvPr>
          <p:cNvSpPr txBox="1"/>
          <p:nvPr/>
        </p:nvSpPr>
        <p:spPr>
          <a:xfrm>
            <a:off x="4551997" y="1388102"/>
            <a:ext cx="3088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E58D53-0F49-2E2E-CC9D-82C8CF24BF01}"/>
              </a:ext>
            </a:extLst>
          </p:cNvPr>
          <p:cNvSpPr txBox="1"/>
          <p:nvPr/>
        </p:nvSpPr>
        <p:spPr>
          <a:xfrm>
            <a:off x="614171" y="2332483"/>
            <a:ext cx="1096365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Emergencies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accidents, fire, medical incidents and other hazards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quick detection and response.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emergency response systems often depend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detection, communication and human decision-making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identifying an incident and coordinating the appropriate response can increase the impact of an emergency.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proposes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intelligent emergency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detect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emergency situations and support rapid response.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integrate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sensors/cameras, real-time monitoring and automated response mechanisms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8100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E26D-2CE8-8EA8-64E3-DAD5D28CB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BA951-2535-4ED9-CB2B-06ED1415F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92659"/>
            <a:ext cx="6787896" cy="87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CA34A-D7D3-7928-01B9-C5073286576C}"/>
              </a:ext>
            </a:extLst>
          </p:cNvPr>
          <p:cNvSpPr txBox="1"/>
          <p:nvPr/>
        </p:nvSpPr>
        <p:spPr>
          <a:xfrm>
            <a:off x="3909726" y="1397246"/>
            <a:ext cx="43725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26940-E02E-9150-A731-A199A3EAA6DB}"/>
              </a:ext>
            </a:extLst>
          </p:cNvPr>
          <p:cNvSpPr txBox="1"/>
          <p:nvPr/>
        </p:nvSpPr>
        <p:spPr>
          <a:xfrm>
            <a:off x="315657" y="2350771"/>
            <a:ext cx="815168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situations may not be detected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can result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identification and response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information may be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or inaccurate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critical situations.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emergency situations require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response actions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intelligent coordination can increase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and human workload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150CC-4319-7E21-019A-1810CE8622ED}"/>
              </a:ext>
            </a:extLst>
          </p:cNvPr>
          <p:cNvSpPr txBox="1"/>
          <p:nvPr/>
        </p:nvSpPr>
        <p:spPr>
          <a:xfrm>
            <a:off x="8975598" y="2350771"/>
            <a:ext cx="321640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Nobody detects it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Someone reports it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service informed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2568080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6C20D-3716-2627-C23C-8EB271E49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339496-925A-E4B5-4657-7BE246243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92659"/>
            <a:ext cx="6787896" cy="87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A9A2C-E1EA-2BC2-4AA5-3A8844FB9AC9}"/>
              </a:ext>
            </a:extLst>
          </p:cNvPr>
          <p:cNvSpPr txBox="1"/>
          <p:nvPr/>
        </p:nvSpPr>
        <p:spPr>
          <a:xfrm>
            <a:off x="4818459" y="1397246"/>
            <a:ext cx="25550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712B9-7227-5EE1-5BC8-883F484BCFC4}"/>
              </a:ext>
            </a:extLst>
          </p:cNvPr>
          <p:cNvSpPr txBox="1"/>
          <p:nvPr/>
        </p:nvSpPr>
        <p:spPr>
          <a:xfrm>
            <a:off x="1279065" y="2350771"/>
            <a:ext cx="609447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emergency detection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response time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intelligent monitoring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dependency on manual monitoring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emergency analysis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coordination of emergency response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loss of life and property</a:t>
            </a:r>
          </a:p>
        </p:txBody>
      </p:sp>
      <p:pic>
        <p:nvPicPr>
          <p:cNvPr id="9" name="Picture 8" descr="Decolla il drone Vista, un &quot;angelo custode&quot; che interviene con la AI dopo un incidente">
            <a:extLst>
              <a:ext uri="{FF2B5EF4-FFF2-40B4-BE49-F238E27FC236}">
                <a16:creationId xmlns:a16="http://schemas.microsoft.com/office/drawing/2014/main" id="{CD5FFAD3-90FD-D9FD-78BD-14E7D140A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835" y="2884152"/>
            <a:ext cx="4849750" cy="250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6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16E3D-0E21-B016-D19D-ED19DF2E1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EEC30F-2562-15FE-631E-0F0692408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92659"/>
            <a:ext cx="6787896" cy="87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3E0E19-0C7D-11B5-E356-92B2EC4FF6BB}"/>
              </a:ext>
            </a:extLst>
          </p:cNvPr>
          <p:cNvSpPr txBox="1"/>
          <p:nvPr/>
        </p:nvSpPr>
        <p:spPr>
          <a:xfrm>
            <a:off x="3622333" y="1397246"/>
            <a:ext cx="4947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307F3-46A4-A76C-61EA-A1C3680B1A19}"/>
              </a:ext>
            </a:extLst>
          </p:cNvPr>
          <p:cNvSpPr txBox="1"/>
          <p:nvPr/>
        </p:nvSpPr>
        <p:spPr>
          <a:xfrm>
            <a:off x="636330" y="2668030"/>
            <a:ext cx="5972009" cy="388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🔧 Hardware Requirements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Computer/Laptop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/ CCTV camera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 applicable)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/ IoT device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used)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required)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module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(Wi-Fi / GSM / other)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5041FC-2CCA-39B5-F582-46136E63F18E}"/>
              </a:ext>
            </a:extLst>
          </p:cNvPr>
          <p:cNvSpPr txBox="1"/>
          <p:nvPr/>
        </p:nvSpPr>
        <p:spPr>
          <a:xfrm>
            <a:off x="6608339" y="2582026"/>
            <a:ext cx="4947333" cy="388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Software Requirements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/ AI libraries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Web/Application interface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services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required)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 / IDE</a:t>
            </a:r>
          </a:p>
        </p:txBody>
      </p:sp>
    </p:spTree>
    <p:extLst>
      <p:ext uri="{BB962C8B-B14F-4D97-AF65-F5344CB8AC3E}">
        <p14:creationId xmlns:p14="http://schemas.microsoft.com/office/powerpoint/2010/main" val="2801212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4107-80AC-E3CE-974F-AED141240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E19BF7-38F5-FA09-0740-BDC7AC68C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92659"/>
            <a:ext cx="6787896" cy="87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6FA1D1-C0F8-7E65-74A9-25AEC160F265}"/>
              </a:ext>
            </a:extLst>
          </p:cNvPr>
          <p:cNvSpPr txBox="1"/>
          <p:nvPr/>
        </p:nvSpPr>
        <p:spPr>
          <a:xfrm>
            <a:off x="3673494" y="1397246"/>
            <a:ext cx="48450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ROLES &amp; RESPONSIBILITIES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FE4AD4-0A4A-9896-8E70-437C51528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140950"/>
              </p:ext>
            </p:extLst>
          </p:nvPr>
        </p:nvGraphicFramePr>
        <p:xfrm>
          <a:off x="838200" y="3086894"/>
          <a:ext cx="10454640" cy="309445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227320">
                  <a:extLst>
                    <a:ext uri="{9D8B030D-6E8A-4147-A177-3AD203B41FA5}">
                      <a16:colId xmlns:a16="http://schemas.microsoft.com/office/drawing/2014/main" val="2263519266"/>
                    </a:ext>
                  </a:extLst>
                </a:gridCol>
                <a:gridCol w="5227320">
                  <a:extLst>
                    <a:ext uri="{9D8B030D-6E8A-4147-A177-3AD203B41FA5}">
                      <a16:colId xmlns:a16="http://schemas.microsoft.com/office/drawing/2014/main" val="472207964"/>
                    </a:ext>
                  </a:extLst>
                </a:gridCol>
              </a:tblGrid>
              <a:tr h="618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489529"/>
                  </a:ext>
                </a:extLst>
              </a:tr>
              <a:tr h="61889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K. Lohith Kumar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AI/ML &amp;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860154"/>
                  </a:ext>
                </a:extLst>
              </a:tr>
              <a:tr h="618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Himanath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Sai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Vision &amp;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304474"/>
                  </a:ext>
                </a:extLst>
              </a:tr>
              <a:tr h="618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Arjun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&amp;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037748"/>
                  </a:ext>
                </a:extLst>
              </a:tr>
              <a:tr h="618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Sampath Chaitanya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&amp; System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270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367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D2EB6-802C-C5F0-8DB2-F5DCC1B38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5AD44E-F3A3-F7C6-A299-A346BB8A3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92659"/>
            <a:ext cx="6787896" cy="87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14F6AA-44F6-5314-B16C-A05004EA111A}"/>
              </a:ext>
            </a:extLst>
          </p:cNvPr>
          <p:cNvSpPr txBox="1"/>
          <p:nvPr/>
        </p:nvSpPr>
        <p:spPr>
          <a:xfrm>
            <a:off x="3162192" y="1415534"/>
            <a:ext cx="58676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CCDC2-A891-15FD-D9F4-6024220BA0AE}"/>
              </a:ext>
            </a:extLst>
          </p:cNvPr>
          <p:cNvSpPr txBox="1"/>
          <p:nvPr/>
        </p:nvSpPr>
        <p:spPr>
          <a:xfrm>
            <a:off x="560070" y="2387347"/>
            <a:ext cx="678789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emergency-related information through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 and/or sensors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emergency situations.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and severity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detected emergency.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response or alert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situation.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and intelligent emergency response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reduced human intervention.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6422A7-8DA6-07DE-37AB-EAEBE0974158}"/>
              </a:ext>
            </a:extLst>
          </p:cNvPr>
          <p:cNvSpPr txBox="1"/>
          <p:nvPr/>
        </p:nvSpPr>
        <p:spPr>
          <a:xfrm>
            <a:off x="8040624" y="2264236"/>
            <a:ext cx="380085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Main workflow</a:t>
            </a:r>
          </a:p>
          <a:p>
            <a:pPr lvl="1"/>
            <a:endParaRPr lang="en-IN" b="1" dirty="0"/>
          </a:p>
          <a:p>
            <a:pPr lvl="1"/>
            <a:endParaRPr lang="en-IN" b="1" dirty="0"/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Detection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Analysis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Assessment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/ Autonomous Response</a:t>
            </a:r>
          </a:p>
        </p:txBody>
      </p:sp>
    </p:spTree>
    <p:extLst>
      <p:ext uri="{BB962C8B-B14F-4D97-AF65-F5344CB8AC3E}">
        <p14:creationId xmlns:p14="http://schemas.microsoft.com/office/powerpoint/2010/main" val="179386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B2B2B4-4353-F4D4-A419-FA61CAE84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92659"/>
            <a:ext cx="6787896" cy="874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93A57F-D1F4-A395-F09F-E916BC623AC7}"/>
              </a:ext>
            </a:extLst>
          </p:cNvPr>
          <p:cNvSpPr txBox="1"/>
          <p:nvPr/>
        </p:nvSpPr>
        <p:spPr>
          <a:xfrm>
            <a:off x="4019496" y="1305806"/>
            <a:ext cx="41530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BFE8E-518F-5A91-F7C7-888FF2B35652}"/>
              </a:ext>
            </a:extLst>
          </p:cNvPr>
          <p:cNvSpPr txBox="1"/>
          <p:nvPr/>
        </p:nvSpPr>
        <p:spPr>
          <a:xfrm>
            <a:off x="770382" y="2689872"/>
            <a:ext cx="75140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emergency situations.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detected incidents.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emergency alerts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appropriate users/responders.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response time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intelligent decision-making.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dependency on continuous manual monitoring.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492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E08CA-8AAF-F80E-5CF8-A56B491E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0314 Thank You With Smiley | PowerPoint Shapes | PowerPoint Slide Deck  Template | Presentation Visual Aids | Slide PPT">
            <a:extLst>
              <a:ext uri="{FF2B5EF4-FFF2-40B4-BE49-F238E27FC236}">
                <a16:creationId xmlns:a16="http://schemas.microsoft.com/office/drawing/2014/main" id="{2A6C7C4C-8970-5E4E-DC48-D897CF57EE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44"/>
          <a:stretch>
            <a:fillRect/>
          </a:stretch>
        </p:blipFill>
        <p:spPr>
          <a:xfrm>
            <a:off x="2052668" y="643467"/>
            <a:ext cx="8086663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63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518</Words>
  <Application>Microsoft Office PowerPoint</Application>
  <PresentationFormat>Widescreen</PresentationFormat>
  <Paragraphs>125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Sampath Chaitanya</dc:creator>
  <cp:lastModifiedBy>Sampath Chaitanya</cp:lastModifiedBy>
  <cp:revision>1</cp:revision>
  <dcterms:created xsi:type="dcterms:W3CDTF">2026-10-04T14:52:52Z</dcterms:created>
  <dcterms:modified xsi:type="dcterms:W3CDTF">2026-10-05T09:09:27Z</dcterms:modified>
</cp:coreProperties>
</file>